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C8922A">
              <a:alpha val="12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E85D04">
              <a:alpha val="8000"/>
            </a:srgbClr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8922A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3200400" cy="342900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🪔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63040" y="3657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SIDDHA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Wisdom × Modern Intelligence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சித்த மருத்துவம் × செயற்கை நுண்ணறிவு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2331720"/>
            <a:ext cx="5029200" cy="36576"/>
          </a:xfrm>
          <a:prstGeom prst="rect">
            <a:avLst/>
          </a:prstGeom>
          <a:solidFill>
            <a:srgbClr val="C89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AI Diagnostic System Built Natively on Siddha Medicine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C8922A">
              <a:alpha val="25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31089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C8922A">
              <a:alpha val="25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C8922A">
              <a:alpha val="25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Tamil-English Bilingual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31089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C8922A">
              <a:alpha val="25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First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pavisumi1408@gmail.com  |  github.com/pavi14-06/siddha-ai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926080" cy="347472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systems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 medicine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143000"/>
            <a:ext cx="5212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143000"/>
            <a:ext cx="73152" cy="1078992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1216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Siddha-Native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5270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medical AI systems are built on Allopathic or Ayurveda logic. Siddha has never had its own AI layer.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66160" y="2404872"/>
            <a:ext cx="5212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2404872"/>
            <a:ext cx="73152" cy="1078992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496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97680" y="24780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 Texts = Inaccessible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2788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Siddha texts like Theraiyar Vagadam contain deep diagnostic wisdom, but are not digitized or queryable.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66160" y="3666744"/>
            <a:ext cx="5212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3666744"/>
            <a:ext cx="73152" cy="1078992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7581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👨‍⚕️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97680" y="37398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38,000+ Practitioners Unsupported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05079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 doctors across Tamil Nadu have no AI-assisted decision support tool designed for their specific methodology.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E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SIDDHA MEDICINE?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world's oldest medical systems, originating in Tamil Nadu over 5000 years ago. Based on the concept of three vital energies — Vatham, Pitham, and Kapham — governing all bodily functions.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651760" cy="1828800"/>
          </a:xfrm>
          <a:prstGeom prst="rect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017520"/>
            <a:ext cx="265176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27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VATHAM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வாதம்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+ Space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· Cold · Irregular · Mobile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3017520"/>
            <a:ext cx="2651760" cy="1828800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017520"/>
            <a:ext cx="265176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127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PITHAM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பித்தம்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+ Water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· Sharp · Intense · Oily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017520"/>
            <a:ext cx="2651760" cy="1828800"/>
          </a:xfrm>
          <a:prstGeom prst="rect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127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கபம்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+ Water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· Slow · Stable · Dense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0" y="1097280"/>
            <a:ext cx="4663440" cy="1737360"/>
          </a:xfrm>
          <a:prstGeom prst="rect">
            <a:avLst/>
          </a:prstGeom>
          <a:solidFill>
            <a:srgbClr val="5C2E00">
              <a:alpha val="70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170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⚕️  Envagai Thervu — 8-Fold Examination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15727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நாடி (Naadi) — Pulse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06240" y="18288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நா (Naa) — Tongue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06240" y="20848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விழி (Vizhi) — Eyes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234086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நிரம் (Niram) — Color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15727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மொழி (Mozhi) — Voice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18288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சீர்மை (Sparism) — Touch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20848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மலம் (Malam) — Stool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234086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மூத்திரம் — Urine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INPUT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Selection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32888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3288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Color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91256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9125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849624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9624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496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/ 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971800" y="1261872"/>
            <a:ext cx="228600" cy="292608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97280"/>
            <a:ext cx="260604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AI ENGINE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0" y="187452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874520"/>
            <a:ext cx="54864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8745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0" y="253288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532888"/>
            <a:ext cx="54864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53288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Naadi Detection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0" y="3191256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191256"/>
            <a:ext cx="54864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19125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Calc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00400" y="3849624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849624"/>
            <a:ext cx="54864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8496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Flag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06440" y="1261872"/>
            <a:ext cx="228600" cy="292608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1097280"/>
            <a:ext cx="26060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3504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OUTPUT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35040" y="187452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1874520"/>
            <a:ext cx="54864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18745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Naadi Type (Tamil+Eng)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035040" y="253288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2532888"/>
            <a:ext cx="54864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53288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035040" y="3191256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3191256"/>
            <a:ext cx="54864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19125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 Medicines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035040" y="3849624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3849624"/>
            <a:ext cx="54864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8496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+ Lifestyle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 Python  ·  FastAPI  ·  Pydantic  ·  HTML5  ·  CSS3  ·  Vanilla JavaScript  ·  REST API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E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143000"/>
            <a:ext cx="914400" cy="9144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Inputs Symptoms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symptoms from 25 options across all 3 Naadi types. Also inputs tongue color &amp; eye signs.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508760"/>
            <a:ext cx="201168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05156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1143000"/>
            <a:ext cx="914400" cy="9144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42032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Scoring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match = +2 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color match = +3 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sign match = +2 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6552" y="1508760"/>
            <a:ext cx="201168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5156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57216" y="1143000"/>
            <a:ext cx="914400" cy="9144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18304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Naadi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Naadi = highest score. Confidence = score[dominant] ÷ total × 100%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92824" y="1508760"/>
            <a:ext cx="201168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05156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33488" y="1143000"/>
            <a:ext cx="914400" cy="9144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94576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 Assessment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symptoms → HIGH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symptoms → MEDIUM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symptoms → 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5C2E00">
              <a:alpha val="60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 POST /diagnose  →  Returns: naadi · naadi_tamil · confidence · diseases · medicines · diet · lifestyle · severity · refer_doctor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SIDDHA KNOWLEDGE 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96012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Naadi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051560"/>
            <a:ext cx="196596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Symptoms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187452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051560"/>
            <a:ext cx="160020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051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51560"/>
            <a:ext cx="160020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051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600200"/>
            <a:ext cx="960120" cy="100584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600200"/>
            <a:ext cx="896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Vatham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வாதம்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16002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5024" y="16002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pain, dry skin,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constipation, anxiety,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insomnia, tremors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160020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1600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Nilavembu Kudineer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Rasagandhi Mezhugu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Vatham Kudineer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160020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160020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foods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Sesame oil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Ginger tea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160020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160020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massage daily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yoga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sleep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960120" cy="1005840"/>
          </a:xfrm>
          <a:prstGeom prst="rect">
            <a:avLst/>
          </a:prstGeom>
          <a:solidFill>
            <a:srgbClr val="E85D04">
              <a:alpha val="85000"/>
            </a:srgbClr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697480"/>
            <a:ext cx="896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Pitham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பித்தம்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80160" y="26974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35024" y="269748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Acidity, heartburn,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inflammation,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sensation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269748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269748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Nannari Syrup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Thaleesapathri Churnam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Chandanam Thailam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12080" y="269748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water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Pomegranate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spicy food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0" y="269748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baths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before 10pm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960120" cy="1005840"/>
          </a:xfrm>
          <a:prstGeom prst="rect">
            <a:avLst/>
          </a:prstGeom>
          <a:solidFill>
            <a:srgbClr val="2D6A4F">
              <a:alpha val="8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3794760"/>
            <a:ext cx="896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கபம்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80160" y="37947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5024" y="37947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Cough, obesity,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lethargy, mucus,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digestion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91840" y="379476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46704" y="37947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Thippili Rasayanam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Sitopaladi Churnam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Trikadugu Churnam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12080" y="37947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379476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warm meals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+ ginger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dairy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58000" y="37947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379476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exercise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massage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active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Based on: Theraiyar Vagadam · Agasthiyar 2000 · Yugi Vaidhya Chinthamani · Bogar 7000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E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— USER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3429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914400" cy="9144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25880" y="1188720"/>
            <a:ext cx="365760" cy="3657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" y="22128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" y="2633472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index.html — bilingual Tamil-English interface loads instantly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54480" cy="3429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13432" y="1188720"/>
            <a:ext cx="914400" cy="9144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1343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044952" y="1188720"/>
            <a:ext cx="365760" cy="3657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48256" y="22128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Symptoms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48256" y="2633472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symptom chips from 25 options across all Naadi categories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12464" y="1097280"/>
            <a:ext cx="1554480" cy="3429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32504" y="1188720"/>
            <a:ext cx="914400" cy="9144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👅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764024" y="1188720"/>
            <a:ext cx="365760" cy="3657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67328" y="22128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Signs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67328" y="2633472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tongue color &amp; eye signs from dropdown menus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31536" y="1097280"/>
            <a:ext cx="1554480" cy="3429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51576" y="1188720"/>
            <a:ext cx="914400" cy="9144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51576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483096" y="1188720"/>
            <a:ext cx="365760" cy="3657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2128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633472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button — AI engine scores all inputs in real time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50608" y="1097280"/>
            <a:ext cx="1554480" cy="3429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70648" y="1188720"/>
            <a:ext cx="914400" cy="9144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06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8202168" y="1188720"/>
            <a:ext cx="365760" cy="3657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05472" y="22128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05472" y="2633472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Naadi type, Tamil name, confidence %, medicines &amp; diet shown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C8922A">
              <a:alpha val="20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  github.com/pavi14-06/siddha-ai  (open index.html in any browser)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OUTPUT — DIAGNOSIS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52044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📥  INPUT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377440" cy="36576"/>
          </a:xfrm>
          <a:prstGeom prst="rect">
            <a:avLst/>
          </a:prstGeom>
          <a:solidFill>
            <a:srgbClr val="C89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selected: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Joint pain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Dry skin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Constipation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670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Insomnia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944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Muscle cramps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218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Tongue: Pale / Dry / Cracked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Sign: Dry eyes / Twitching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14 days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17520" y="2606040"/>
            <a:ext cx="365760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051560"/>
            <a:ext cx="54406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051560"/>
            <a:ext cx="5440680" cy="96012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0972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Vatham  •  வாதம்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1554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confidence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1188720"/>
            <a:ext cx="1828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103120"/>
            <a:ext cx="2606040" cy="1097280"/>
          </a:xfrm>
          <a:prstGeom prst="rect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103120"/>
            <a:ext cx="260604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21579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⚕️ Diseases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20440" y="24505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Vatham Noi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26974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 Noi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294436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Azhal Vali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103120"/>
            <a:ext cx="2606040" cy="1097280"/>
          </a:xfrm>
          <a:prstGeom prst="rect">
            <a:avLst/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103120"/>
            <a:ext cx="260604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21579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Medicines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17920" y="24505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Nilavembu Kudineer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6974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Rasagandhi Mezhugu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294436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Vatham Kudineer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29000" y="3291840"/>
            <a:ext cx="2606040" cy="1097280"/>
          </a:xfrm>
          <a:prstGeom prst="rect">
            <a:avLst/>
          </a:prstGeom>
          <a:solidFill>
            <a:srgbClr val="E85D04">
              <a:alpha val="10000"/>
            </a:srgbClr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3291840"/>
            <a:ext cx="260604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3346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🥗 Diet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520440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Warm cooked foods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20440" y="38862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Sesame oil + ginger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20440" y="41330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cold/raw food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291840"/>
            <a:ext cx="2606040" cy="1097280"/>
          </a:xfrm>
          <a:prstGeom prst="rect">
            <a:avLst/>
          </a:prstGeom>
          <a:solidFill>
            <a:srgbClr val="5C2E00">
              <a:alpha val="10000"/>
            </a:srgbClr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3291840"/>
            <a:ext cx="2606040" cy="36576"/>
          </a:xfrm>
          <a:prstGeom prst="rect">
            <a:avLst/>
          </a:prstGeom>
          <a:solidFill>
            <a:srgbClr val="5C2E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346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🧘 Lifestyle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17920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Oil massage daily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38862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Gentle yoga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1330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sleep schedule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E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— REQUEST &amp; RESPONSE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/diagnose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78308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"symptoms": [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"joint pain",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33172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"dry skin",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260604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"constipation"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88036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315468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"tongue_color":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342900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"pale dry cracked",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" y="370332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"eye_sign":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397764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"dry eyes",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" y="425196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"duration_days": 14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" y="452628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25196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51560"/>
            <a:ext cx="4251960" cy="411480"/>
          </a:xfrm>
          <a:prstGeom prst="rect">
            <a:avLst/>
          </a:prstGeom>
          <a:solidFill>
            <a:srgbClr val="1A3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 —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50876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178308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"naadi": "Vatham",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05740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"naadi_tamil": "வாதம்",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45152" y="233172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0.78,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45152" y="260604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"diseases": [...],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45152" y="288036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"medicines": [...],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45152" y="315468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"diet_advice": [...],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42900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"lifestyle": [...],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370332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"medium",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45152" y="397764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"refer_doctor": false,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5152" y="425196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"explanation": "..."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45152" y="452628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C8922A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5D04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E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 &amp;  CLOSING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 — Planned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Fine-tune IndicBERT on Tamil Siddha texts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Tongue image CNN classifier (photo upload)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Siddha disease knowledge graph (Neo4j)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Native mobile app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411480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solidFill>
            <a:srgbClr val="E85D0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 — Vision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IoT wearable pulse sensor for Naadi detection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Tamil voice input for elderly patients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Hospital integration dashboard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clinical validation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1097280"/>
          </a:xfrm>
          <a:prstGeom prst="rect">
            <a:avLst/>
          </a:prstGeom>
          <a:solidFill>
            <a:srgbClr val="C8922A">
              <a:alpha val="12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136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🪔  Siddha 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·  pavisumi1408@gmail.com  ·  github.com/pavi14-06/siddha-ai  ·  Chennai, India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Siddha AI — Working &amp; Output</dc:title>
  <dc:subject>PptxGenJS Presentation</dc:subject>
  <dc:creator>Pavithra V</dc:creator>
  <cp:lastModifiedBy>Pavithra V</cp:lastModifiedBy>
  <cp:revision>1</cp:revision>
  <dcterms:created xsi:type="dcterms:W3CDTF">2026-03-08T13:19:14Z</dcterms:created>
  <dcterms:modified xsi:type="dcterms:W3CDTF">2026-03-08T13:19:14Z</dcterms:modified>
</cp:coreProperties>
</file>